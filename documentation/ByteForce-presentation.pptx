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3" r:id="rId5"/>
    <p:sldId id="269" r:id="rId6"/>
    <p:sldId id="264" r:id="rId7"/>
    <p:sldId id="265" r:id="rId8"/>
    <p:sldId id="266" r:id="rId9"/>
  </p:sldIdLst>
  <p:sldSz cx="18288000" cy="10287000"/>
  <p:notesSz cx="6858000" cy="9144000"/>
  <p:embeddedFontLst>
    <p:embeddedFont>
      <p:font typeface="Lastica Bold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y Grotesk Wide" panose="020B0604020202020204" charset="-52"/>
      <p:regular r:id="rId16"/>
    </p:embeddedFont>
    <p:embeddedFont>
      <p:font typeface="Cy Grotesk Wide Bold" panose="020B0604020202020204" charset="-52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675AD-C4FA-445C-BE18-7B394BDB005B}" type="datetimeFigureOut">
              <a:rPr lang="bg-BG" smtClean="0"/>
              <a:t>23.3.2026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B2DB2-08E7-4E83-B129-9CD13CF53868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3972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61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85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plusplus.com/" TargetMode="External"/><Relationship Id="rId13" Type="http://schemas.openxmlformats.org/officeDocument/2006/relationships/image" Target="../media/image11.png"/><Relationship Id="rId18" Type="http://schemas.openxmlformats.org/officeDocument/2006/relationships/hyperlink" Target="https://git-scm.com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12" Type="http://schemas.openxmlformats.org/officeDocument/2006/relationships/hyperlink" Target="https://www.microsoft.com/en-ww/microsoft-365/word" TargetMode="External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hyperlink" Target="https://www.microsoft.com/en/microsoft-teams/group-chat-software" TargetMode="Externa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" TargetMode="External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2.png"/><Relationship Id="rId10" Type="http://schemas.openxmlformats.org/officeDocument/2006/relationships/hyperlink" Target="https://visualstudio.microsoft.com/vs/" TargetMode="External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hyperlink" Target="https://www.microsoft.com/en-ww/microsoft-365/powerpoi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2127816" y="2744127"/>
            <a:ext cx="14032368" cy="163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6"/>
              </a:lnSpc>
            </a:pPr>
            <a:r>
              <a:rPr lang="en-US" sz="9440" b="1" spc="1123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Byte force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889BA0D4-C92B-AB2D-7112-D7E167070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07555"/>
            <a:ext cx="4724400" cy="314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1870911" y="4408468"/>
            <a:ext cx="147066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32"/>
              </a:lnSpc>
            </a:pPr>
            <a:r>
              <a:rPr lang="en-US" sz="2732" dirty="0" err="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ByteForce</a:t>
            </a: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is a console-based interactive e-school for Grade 9 Mathematics. It offers 4 lessons: Linear Equations, Algebraic Expressions, Geometry, and Statistics Basics. Students can complete 2 practice sets and 3 homework assignments. The Test Center generates 20-question multiple-choice tests from a 32-question bank, tracking name, score, percentage, and grade. A statistics screen shows all results, best/worst student, class average, and performance by category.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1A2A6B43-1F48-B151-78CF-232FAE1E8C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07555"/>
            <a:ext cx="4724400" cy="3149600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1371600" y="1775878"/>
            <a:ext cx="15515310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 smtClean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About the project</a:t>
            </a:r>
            <a:endParaRPr lang="en-US" sz="6000" b="1" spc="714" dirty="0">
              <a:solidFill>
                <a:srgbClr val="3C6CA8"/>
              </a:solidFill>
              <a:latin typeface="Lastica Bold"/>
              <a:ea typeface="Lastica Bold"/>
              <a:cs typeface="Lastica Bold"/>
              <a:sym typeface="Lastica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14400" y="4686300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8001000" y="4270046"/>
            <a:ext cx="9274342" cy="3808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94944" lvl="1" algn="just">
              <a:lnSpc>
                <a:spcPts val="2732"/>
              </a:lnSpc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Students interact with </a:t>
            </a:r>
            <a:r>
              <a:rPr lang="en-US" sz="2732" dirty="0" err="1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ByteForce</a:t>
            </a: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entirely in the console. They start by choosing a lesson to study, then complete practice tasks to reinforce concepts. Homework assignments allow independent learning. In the Test Center, students take auto-generated multiple-choice tests that track their performance. The statistics screen summarizes results, showing scores, grades, class averages, and category-wise strengths and weaknesses.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1790700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Gameplay Overview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0D478246-14C9-92C9-C692-E608F9305B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07555"/>
            <a:ext cx="4724400" cy="314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7772400" y="3695700"/>
            <a:ext cx="9902028" cy="519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Learning Content — 4 lessons covering Linear Equations, Algebraic Expressions, Geometry, and Statistics Basics.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Practice Tasks — 2 practice sets with worked problems to reinforce each topic.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Homework Tasks — 3 homework assignments for independent study.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Test Center — auto-generated 20-question multiple-choice tests drawn from a bank of 32 questions across 4 categories. Questions are shuffled every run. Tracks student name, score, percentage, and grade.</a:t>
            </a:r>
          </a:p>
          <a:p>
            <a:pPr marL="589890" lvl="1" indent="-294945" algn="just">
              <a:lnSpc>
                <a:spcPts val="2732"/>
              </a:lnSpc>
              <a:buFont typeface="Arial"/>
              <a:buChar char="•"/>
            </a:pPr>
            <a:r>
              <a:rPr lang="en-US" sz="2732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Statistics — results table for all attempts, best/lowest student, class average, and per-category performance breakdown.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" y="1537145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Features</a:t>
            </a: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38CB42AB-5778-5266-D4E8-637664D9D2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07555"/>
            <a:ext cx="4724400" cy="314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0287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bg-BG" sz="3600"/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5120640" cy="76809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7" name="Text 5"/>
          <p:cNvSpPr/>
          <p:nvPr/>
        </p:nvSpPr>
        <p:spPr>
          <a:xfrm>
            <a:off x="786384" y="2157984"/>
            <a:ext cx="4937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760720" y="2157984"/>
            <a:ext cx="4023360" cy="76809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9" name="Text 7"/>
          <p:cNvSpPr/>
          <p:nvPr/>
        </p:nvSpPr>
        <p:spPr>
          <a:xfrm>
            <a:off x="5907024" y="2157984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Bank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784080" y="2157984"/>
            <a:ext cx="3291840" cy="76809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11" name="Text 9"/>
          <p:cNvSpPr/>
          <p:nvPr/>
        </p:nvSpPr>
        <p:spPr>
          <a:xfrm>
            <a:off x="9930384" y="2157984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075920" y="2157984"/>
            <a:ext cx="2926080" cy="76809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13" name="Text 11"/>
          <p:cNvSpPr/>
          <p:nvPr/>
        </p:nvSpPr>
        <p:spPr>
          <a:xfrm>
            <a:off x="13222224" y="2157984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Each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51206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15" name="Text 13"/>
          <p:cNvSpPr/>
          <p:nvPr/>
        </p:nvSpPr>
        <p:spPr>
          <a:xfrm>
            <a:off x="786384" y="2926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60720" y="2926080"/>
            <a:ext cx="402336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17" name="Text 15"/>
          <p:cNvSpPr/>
          <p:nvPr/>
        </p:nvSpPr>
        <p:spPr>
          <a:xfrm>
            <a:off x="5907024" y="2926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784080" y="2926080"/>
            <a:ext cx="32918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19" name="Text 17"/>
          <p:cNvSpPr/>
          <p:nvPr/>
        </p:nvSpPr>
        <p:spPr>
          <a:xfrm>
            <a:off x="9930384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3075920" y="2926080"/>
            <a:ext cx="292608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21" name="Text 19"/>
          <p:cNvSpPr/>
          <p:nvPr/>
        </p:nvSpPr>
        <p:spPr>
          <a:xfrm>
            <a:off x="13222224" y="2926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51206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23" name="Text 21"/>
          <p:cNvSpPr/>
          <p:nvPr/>
        </p:nvSpPr>
        <p:spPr>
          <a:xfrm>
            <a:off x="786384" y="4114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60720" y="4114800"/>
            <a:ext cx="402336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25" name="Text 23"/>
          <p:cNvSpPr/>
          <p:nvPr/>
        </p:nvSpPr>
        <p:spPr>
          <a:xfrm>
            <a:off x="5907024" y="4114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784080" y="4114800"/>
            <a:ext cx="32918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27" name="Text 25"/>
          <p:cNvSpPr/>
          <p:nvPr/>
        </p:nvSpPr>
        <p:spPr>
          <a:xfrm>
            <a:off x="9930384" y="4114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13075920" y="4114800"/>
            <a:ext cx="292608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29" name="Text 27"/>
          <p:cNvSpPr/>
          <p:nvPr/>
        </p:nvSpPr>
        <p:spPr>
          <a:xfrm>
            <a:off x="13222224" y="4114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51206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31" name="Text 29"/>
          <p:cNvSpPr/>
          <p:nvPr/>
        </p:nvSpPr>
        <p:spPr>
          <a:xfrm>
            <a:off x="786384" y="5303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760720" y="5303520"/>
            <a:ext cx="402336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33" name="Text 31"/>
          <p:cNvSpPr/>
          <p:nvPr/>
        </p:nvSpPr>
        <p:spPr>
          <a:xfrm>
            <a:off x="5907024" y="5303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9784080" y="5303520"/>
            <a:ext cx="32918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35" name="Text 33"/>
          <p:cNvSpPr/>
          <p:nvPr/>
        </p:nvSpPr>
        <p:spPr>
          <a:xfrm>
            <a:off x="9930384" y="5303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13075920" y="5303520"/>
            <a:ext cx="292608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37" name="Text 35"/>
          <p:cNvSpPr/>
          <p:nvPr/>
        </p:nvSpPr>
        <p:spPr>
          <a:xfrm>
            <a:off x="13222224" y="5303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640080" y="6492240"/>
            <a:ext cx="51206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39" name="Text 37"/>
          <p:cNvSpPr/>
          <p:nvPr/>
        </p:nvSpPr>
        <p:spPr>
          <a:xfrm>
            <a:off x="786384" y="6492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760720" y="6492240"/>
            <a:ext cx="402336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41" name="Text 39"/>
          <p:cNvSpPr/>
          <p:nvPr/>
        </p:nvSpPr>
        <p:spPr>
          <a:xfrm>
            <a:off x="5907024" y="64922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9784080" y="6492240"/>
            <a:ext cx="329184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43" name="Text 41"/>
          <p:cNvSpPr/>
          <p:nvPr/>
        </p:nvSpPr>
        <p:spPr>
          <a:xfrm>
            <a:off x="9930384" y="6492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13075920" y="6492240"/>
            <a:ext cx="2926080" cy="10058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45" name="Text 43"/>
          <p:cNvSpPr/>
          <p:nvPr/>
        </p:nvSpPr>
        <p:spPr>
          <a:xfrm>
            <a:off x="13222224" y="6492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640080" y="808329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SCALE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640080" y="8668512"/>
            <a:ext cx="310896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48" name="Text 46"/>
          <p:cNvSpPr/>
          <p:nvPr/>
        </p:nvSpPr>
        <p:spPr>
          <a:xfrm>
            <a:off x="731520" y="86685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194560" y="8668512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4023360" y="8668512"/>
            <a:ext cx="310896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51" name="Text 49"/>
          <p:cNvSpPr/>
          <p:nvPr/>
        </p:nvSpPr>
        <p:spPr>
          <a:xfrm>
            <a:off x="4114800" y="86685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577840" y="8668512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5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7406640" y="8668512"/>
            <a:ext cx="310896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54" name="Text 52"/>
          <p:cNvSpPr/>
          <p:nvPr/>
        </p:nvSpPr>
        <p:spPr>
          <a:xfrm>
            <a:off x="7498080" y="86685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961120" y="8668512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10789920" y="8668512"/>
            <a:ext cx="310896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57" name="Text 55"/>
          <p:cNvSpPr/>
          <p:nvPr/>
        </p:nvSpPr>
        <p:spPr>
          <a:xfrm>
            <a:off x="10881360" y="86685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45%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12344400" y="8668512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14173200" y="8668512"/>
            <a:ext cx="3108960" cy="10972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bg-BG" sz="3600"/>
          </a:p>
        </p:txBody>
      </p:sp>
      <p:sp>
        <p:nvSpPr>
          <p:cNvPr id="60" name="Text 58"/>
          <p:cNvSpPr/>
          <p:nvPr/>
        </p:nvSpPr>
        <p:spPr>
          <a:xfrm>
            <a:off x="14264640" y="866851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45%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15727680" y="8668512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2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-128016" y="9866456"/>
            <a:ext cx="182880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bg-BG" sz="3600"/>
          </a:p>
        </p:txBody>
      </p:sp>
      <p:sp>
        <p:nvSpPr>
          <p:cNvPr id="63" name="Text 61"/>
          <p:cNvSpPr/>
          <p:nvPr/>
        </p:nvSpPr>
        <p:spPr>
          <a:xfrm>
            <a:off x="0" y="978408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8892A4"/>
                </a:solidFill>
              </a:rPr>
              <a:t>ByteForce  ·  Grade 9 Mathematics</a:t>
            </a:r>
            <a:endParaRPr lang="en-US" dirty="0"/>
          </a:p>
        </p:txBody>
      </p:sp>
      <p:pic>
        <p:nvPicPr>
          <p:cNvPr id="64" name="Картина 6">
            <a:extLst>
              <a:ext uri="{FF2B5EF4-FFF2-40B4-BE49-F238E27FC236}">
                <a16:creationId xmlns:a16="http://schemas.microsoft.com/office/drawing/2014/main" id="{38CB42AB-5778-5266-D4E8-637664D9D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-406400"/>
            <a:ext cx="4724400" cy="314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8880" y="430649"/>
            <a:ext cx="1438495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TEST STRUCTURE</a:t>
            </a:r>
            <a:endParaRPr lang="en-US" sz="6000" b="1" spc="714" dirty="0">
              <a:solidFill>
                <a:srgbClr val="3C6CA8"/>
              </a:solidFill>
              <a:latin typeface="Lastica Bold"/>
              <a:ea typeface="Lastica Bold"/>
              <a:cs typeface="Lastica Bold"/>
              <a:sym typeface="Lastica Bold"/>
            </a:endParaRPr>
          </a:p>
        </p:txBody>
      </p:sp>
      <p:sp>
        <p:nvSpPr>
          <p:cNvPr id="65" name="Freeform 3"/>
          <p:cNvSpPr/>
          <p:nvPr/>
        </p:nvSpPr>
        <p:spPr>
          <a:xfrm>
            <a:off x="13039344" y="-4250629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66" name="Freeform 2"/>
          <p:cNvSpPr/>
          <p:nvPr/>
        </p:nvSpPr>
        <p:spPr>
          <a:xfrm>
            <a:off x="-6827110" y="3877721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166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9137" y="1407081"/>
            <a:ext cx="15249726" cy="142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9"/>
              </a:lnSpc>
            </a:pPr>
            <a:r>
              <a:rPr lang="en-US" sz="7720" b="1" spc="918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Our team</a:t>
            </a:r>
          </a:p>
        </p:txBody>
      </p:sp>
      <p:sp>
        <p:nvSpPr>
          <p:cNvPr id="3" name="Freeform 3"/>
          <p:cNvSpPr/>
          <p:nvPr/>
        </p:nvSpPr>
        <p:spPr>
          <a:xfrm>
            <a:off x="-2513204" y="6507643"/>
            <a:ext cx="6619707" cy="6818050"/>
          </a:xfrm>
          <a:custGeom>
            <a:avLst/>
            <a:gdLst/>
            <a:ahLst/>
            <a:cxnLst/>
            <a:rect l="l" t="t" r="r" b="b"/>
            <a:pathLst>
              <a:path w="6619707" h="6818050">
                <a:moveTo>
                  <a:pt x="0" y="0"/>
                </a:moveTo>
                <a:lnTo>
                  <a:pt x="6619707" y="0"/>
                </a:lnTo>
                <a:lnTo>
                  <a:pt x="6619707" y="6818050"/>
                </a:lnTo>
                <a:lnTo>
                  <a:pt x="0" y="6818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8" name="Freeform 8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22" name="TextBox 22"/>
          <p:cNvSpPr txBox="1"/>
          <p:nvPr/>
        </p:nvSpPr>
        <p:spPr>
          <a:xfrm>
            <a:off x="13888551" y="7033682"/>
            <a:ext cx="3021276" cy="87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Selin</a:t>
            </a:r>
            <a:r>
              <a:rPr lang="bg-BG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</a:t>
            </a:r>
            <a:r>
              <a:rPr lang="en-US" sz="2599" b="1" dirty="0" err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Aydanova</a:t>
            </a: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 Vatansever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8860" y="8034443"/>
            <a:ext cx="3360659" cy="34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DESIGNER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3125" y="7084119"/>
            <a:ext cx="3754836" cy="874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Tatiana Dimitrova </a:t>
            </a:r>
            <a:r>
              <a:rPr lang="en-US" sz="2599" b="1" dirty="0" err="1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Kovacheva</a:t>
            </a:r>
            <a:endParaRPr lang="en-US" sz="2599" b="1" dirty="0">
              <a:solidFill>
                <a:srgbClr val="3C6CA8"/>
              </a:solidFill>
              <a:latin typeface="Cy Grotesk Wide Bold"/>
              <a:ea typeface="Cy Grotesk Wide Bold"/>
              <a:cs typeface="Cy Grotesk Wide Bold"/>
              <a:sym typeface="Cy Grotesk Wid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40214" y="8084880"/>
            <a:ext cx="3360659" cy="34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SCRUM TRAINER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21018" y="7033663"/>
            <a:ext cx="3659070" cy="87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Plamen Nikolaev Rusev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21018" y="8034424"/>
            <a:ext cx="3360659" cy="69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FRONT-END DEVELOPER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0435" y="7029211"/>
            <a:ext cx="3653434" cy="874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dirty="0">
                <a:solidFill>
                  <a:srgbClr val="3C6CA8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Mustafa Husein Mustafa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59397" y="8084842"/>
            <a:ext cx="3360659" cy="69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 dirty="0">
                <a:solidFill>
                  <a:srgbClr val="3C6CA8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BACK-END DEVELOPER</a:t>
            </a:r>
          </a:p>
        </p:txBody>
      </p:sp>
      <p:pic>
        <p:nvPicPr>
          <p:cNvPr id="30" name="Картина 29">
            <a:extLst>
              <a:ext uri="{FF2B5EF4-FFF2-40B4-BE49-F238E27FC236}">
                <a16:creationId xmlns:a16="http://schemas.microsoft.com/office/drawing/2014/main" id="{DD4C4A8D-85AE-82F6-10B1-5D97664794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07555"/>
            <a:ext cx="4724400" cy="31496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1876" y="3125081"/>
            <a:ext cx="3911993" cy="39119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8860" y="3161601"/>
            <a:ext cx="3981320" cy="38676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262" y="3091078"/>
            <a:ext cx="3945996" cy="39459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3431" y="3125081"/>
            <a:ext cx="3959038" cy="39590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Freeform 5">
            <a:hlinkClick r:id="rId6"/>
          </p:cNvPr>
          <p:cNvSpPr/>
          <p:nvPr/>
        </p:nvSpPr>
        <p:spPr>
          <a:xfrm>
            <a:off x="14055443" y="4191567"/>
            <a:ext cx="1913938" cy="1903865"/>
          </a:xfrm>
          <a:custGeom>
            <a:avLst/>
            <a:gdLst/>
            <a:ahLst/>
            <a:cxnLst/>
            <a:rect l="l" t="t" r="r" b="b"/>
            <a:pathLst>
              <a:path w="1913938" h="1903865">
                <a:moveTo>
                  <a:pt x="0" y="0"/>
                </a:moveTo>
                <a:lnTo>
                  <a:pt x="1913938" y="0"/>
                </a:lnTo>
                <a:lnTo>
                  <a:pt x="1913938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6" name="Freeform 6">
            <a:hlinkClick r:id="rId8"/>
          </p:cNvPr>
          <p:cNvSpPr>
            <a:spLocks/>
          </p:cNvSpPr>
          <p:nvPr/>
        </p:nvSpPr>
        <p:spPr>
          <a:xfrm>
            <a:off x="11439458" y="4191567"/>
            <a:ext cx="1692060" cy="1903865"/>
          </a:xfrm>
          <a:custGeom>
            <a:avLst/>
            <a:gdLst/>
            <a:ahLst/>
            <a:cxnLst/>
            <a:rect l="l" t="t" r="r" b="b"/>
            <a:pathLst>
              <a:path w="1692060" h="1903865">
                <a:moveTo>
                  <a:pt x="0" y="0"/>
                </a:moveTo>
                <a:lnTo>
                  <a:pt x="1692060" y="0"/>
                </a:lnTo>
                <a:lnTo>
                  <a:pt x="1692060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7" name="Freeform 7">
            <a:hlinkClick r:id="rId10"/>
          </p:cNvPr>
          <p:cNvSpPr/>
          <p:nvPr/>
        </p:nvSpPr>
        <p:spPr>
          <a:xfrm>
            <a:off x="8300153" y="4191567"/>
            <a:ext cx="1903865" cy="1903865"/>
          </a:xfrm>
          <a:custGeom>
            <a:avLst/>
            <a:gdLst/>
            <a:ahLst/>
            <a:cxnLst/>
            <a:rect l="l" t="t" r="r" b="b"/>
            <a:pathLst>
              <a:path w="1903865" h="1903865">
                <a:moveTo>
                  <a:pt x="0" y="0"/>
                </a:moveTo>
                <a:lnTo>
                  <a:pt x="1903865" y="0"/>
                </a:lnTo>
                <a:lnTo>
                  <a:pt x="1903865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8" name="Freeform 8">
            <a:hlinkClick r:id="rId12"/>
          </p:cNvPr>
          <p:cNvSpPr/>
          <p:nvPr/>
        </p:nvSpPr>
        <p:spPr>
          <a:xfrm>
            <a:off x="8352510" y="6809655"/>
            <a:ext cx="1851509" cy="1903865"/>
          </a:xfrm>
          <a:custGeom>
            <a:avLst/>
            <a:gdLst/>
            <a:ahLst/>
            <a:cxnLst/>
            <a:rect l="l" t="t" r="r" b="b"/>
            <a:pathLst>
              <a:path w="1851509" h="1903865">
                <a:moveTo>
                  <a:pt x="0" y="0"/>
                </a:moveTo>
                <a:lnTo>
                  <a:pt x="1851508" y="0"/>
                </a:lnTo>
                <a:lnTo>
                  <a:pt x="1851508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9" name="Freeform 9">
            <a:hlinkClick r:id="rId14"/>
          </p:cNvPr>
          <p:cNvSpPr/>
          <p:nvPr/>
        </p:nvSpPr>
        <p:spPr>
          <a:xfrm>
            <a:off x="11175568" y="6809655"/>
            <a:ext cx="1965280" cy="1903865"/>
          </a:xfrm>
          <a:custGeom>
            <a:avLst/>
            <a:gdLst/>
            <a:ahLst/>
            <a:cxnLst/>
            <a:rect l="l" t="t" r="r" b="b"/>
            <a:pathLst>
              <a:path w="1965280" h="1903865">
                <a:moveTo>
                  <a:pt x="0" y="0"/>
                </a:moveTo>
                <a:lnTo>
                  <a:pt x="1965280" y="0"/>
                </a:lnTo>
                <a:lnTo>
                  <a:pt x="1965280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0" name="Freeform 10">
            <a:hlinkClick r:id="rId16"/>
          </p:cNvPr>
          <p:cNvSpPr/>
          <p:nvPr/>
        </p:nvSpPr>
        <p:spPr>
          <a:xfrm>
            <a:off x="14167849" y="6809655"/>
            <a:ext cx="1801532" cy="1903865"/>
          </a:xfrm>
          <a:custGeom>
            <a:avLst/>
            <a:gdLst/>
            <a:ahLst/>
            <a:cxnLst/>
            <a:rect l="l" t="t" r="r" b="b"/>
            <a:pathLst>
              <a:path w="1801532" h="1903865">
                <a:moveTo>
                  <a:pt x="0" y="0"/>
                </a:moveTo>
                <a:lnTo>
                  <a:pt x="1801532" y="0"/>
                </a:lnTo>
                <a:lnTo>
                  <a:pt x="1801532" y="1903865"/>
                </a:lnTo>
                <a:lnTo>
                  <a:pt x="0" y="190386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1" name="Freeform 11">
            <a:hlinkClick r:id="rId18"/>
          </p:cNvPr>
          <p:cNvSpPr/>
          <p:nvPr/>
        </p:nvSpPr>
        <p:spPr>
          <a:xfrm>
            <a:off x="5693481" y="4191567"/>
            <a:ext cx="1903865" cy="1903865"/>
          </a:xfrm>
          <a:custGeom>
            <a:avLst/>
            <a:gdLst/>
            <a:ahLst/>
            <a:cxnLst/>
            <a:rect l="l" t="t" r="r" b="b"/>
            <a:pathLst>
              <a:path w="1903865" h="1903865">
                <a:moveTo>
                  <a:pt x="0" y="0"/>
                </a:moveTo>
                <a:lnTo>
                  <a:pt x="1903865" y="0"/>
                </a:lnTo>
                <a:lnTo>
                  <a:pt x="1903865" y="1903866"/>
                </a:lnTo>
                <a:lnTo>
                  <a:pt x="0" y="19038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12" name="TextBox 12"/>
          <p:cNvSpPr txBox="1"/>
          <p:nvPr/>
        </p:nvSpPr>
        <p:spPr>
          <a:xfrm>
            <a:off x="1066800" y="1852553"/>
            <a:ext cx="1551531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714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Technologies used</a:t>
            </a:r>
          </a:p>
        </p:txBody>
      </p:sp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2F65DC17-DE97-CC20-FBA7-6B2D3A8F14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07555"/>
            <a:ext cx="4724400" cy="314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7342" y="4581047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6"/>
                </a:lnTo>
                <a:lnTo>
                  <a:pt x="0" y="8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12891974" y="-5120206"/>
            <a:ext cx="8734653" cy="8996365"/>
          </a:xfrm>
          <a:custGeom>
            <a:avLst/>
            <a:gdLst/>
            <a:ahLst/>
            <a:cxnLst/>
            <a:rect l="l" t="t" r="r" b="b"/>
            <a:pathLst>
              <a:path w="8734653" h="8996365">
                <a:moveTo>
                  <a:pt x="0" y="0"/>
                </a:moveTo>
                <a:lnTo>
                  <a:pt x="8734652" y="0"/>
                </a:lnTo>
                <a:lnTo>
                  <a:pt x="8734652" y="8996365"/>
                </a:lnTo>
                <a:lnTo>
                  <a:pt x="0" y="8996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2127816" y="2744127"/>
            <a:ext cx="14032368" cy="332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6"/>
              </a:lnSpc>
            </a:pPr>
            <a:r>
              <a:rPr lang="en-US" sz="9440" b="1" spc="1123" dirty="0">
                <a:solidFill>
                  <a:srgbClr val="3C6CA8"/>
                </a:solidFill>
                <a:latin typeface="Lastica Bold"/>
                <a:ea typeface="Lastica Bold"/>
                <a:cs typeface="Lastica Bold"/>
                <a:sym typeface="Lastica Bold"/>
              </a:rPr>
              <a:t>Let's go to our project.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1A7A8D51-F2D2-187A-A993-CED003ADFD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07555"/>
            <a:ext cx="4724400" cy="314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338</Words>
  <Application>Microsoft Office PowerPoint</Application>
  <PresentationFormat>Custom</PresentationFormat>
  <Paragraphs>56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Lastica Bold</vt:lpstr>
      <vt:lpstr>Calibri</vt:lpstr>
      <vt:lpstr>Cy Grotesk Wide</vt:lpstr>
      <vt:lpstr>Arial</vt:lpstr>
      <vt:lpstr>Cy Grotesk Wide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Legends</dc:title>
  <dc:creator>Пламен</dc:creator>
  <cp:lastModifiedBy>pc</cp:lastModifiedBy>
  <cp:revision>12</cp:revision>
  <dcterms:created xsi:type="dcterms:W3CDTF">2006-08-16T00:00:00Z</dcterms:created>
  <dcterms:modified xsi:type="dcterms:W3CDTF">2026-03-23T21:36:25Z</dcterms:modified>
  <dc:identifier>DAG6fRJF_m8</dc:identifier>
</cp:coreProperties>
</file>